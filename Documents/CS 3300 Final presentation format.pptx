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9"/>
  </p:notesMasterIdLst>
  <p:sldIdLst>
    <p:sldId id="256" r:id="rId2"/>
    <p:sldId id="348" r:id="rId3"/>
    <p:sldId id="395" r:id="rId4"/>
    <p:sldId id="319" r:id="rId5"/>
    <p:sldId id="344" r:id="rId6"/>
    <p:sldId id="408" r:id="rId7"/>
    <p:sldId id="349" r:id="rId8"/>
    <p:sldId id="413" r:id="rId9"/>
    <p:sldId id="398" r:id="rId10"/>
    <p:sldId id="412" r:id="rId11"/>
    <p:sldId id="393" r:id="rId12"/>
    <p:sldId id="407" r:id="rId13"/>
    <p:sldId id="410" r:id="rId14"/>
    <p:sldId id="414" r:id="rId15"/>
    <p:sldId id="406" r:id="rId16"/>
    <p:sldId id="411" r:id="rId17"/>
    <p:sldId id="40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9" autoAdjust="0"/>
    <p:restoredTop sz="92457" autoAdjust="0"/>
  </p:normalViewPr>
  <p:slideViewPr>
    <p:cSldViewPr snapToGrid="0">
      <p:cViewPr varScale="1">
        <p:scale>
          <a:sx n="77" d="100"/>
          <a:sy n="77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5C53D-9CEA-499C-AC8B-6377906ADEF0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B39C1-4741-463F-BD44-0A4481E0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B39C1-4741-463F-BD44-0A4481E080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31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B39C1-4741-463F-BD44-0A4481E080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58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B39C1-4741-463F-BD44-0A4481E080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80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B39C1-4741-463F-BD44-0A4481E080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21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B39C1-4741-463F-BD44-0A4481E080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0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D31-3D31-419C-BC1F-DCF3728BA83E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2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B0898-F13B-4441-83D5-13E0F6F13168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B28E-EB87-47B1-8436-91A619AD327C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9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8411-643D-4184-A7A8-528E43F2DAA7}" type="datetime1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2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83A9D-8839-452D-9892-3A161BA83B8F}" type="datetime1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9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16CC-BC5D-4218-9250-7EF197BE2E06}" type="datetime1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7867-A507-47C6-83E5-5E5789640EB6}" type="datetime1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0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F2B0-D54D-4113-8559-BAA20160FA60}" type="datetime1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3A32-EFE4-4049-97F4-D512ADC01B65}" type="datetime1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4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768B0-E245-48F8-9EB3-CCA18935EAB7}" type="datetime1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8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3CB4-9B53-4CC5-9FEB-FD546A591340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08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AE602-D5FF-4186-8655-86DE4B907A55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2849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57F5-D47D-4C45-9DF3-D5318381BB67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37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ADEC-54CC-457B-8C7C-87122842B187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1618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93D7-8526-4B6E-9FF7-EE57FB62F2E7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09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42E-F326-4EF0-8B8A-20764238AE37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62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F1C17-F2F0-45B7-B9D5-5C807058B462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9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57EAD4-45F5-489E-8888-DC5884561911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&lt;Footer presentation date&gt;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0E66D94-27E6-4669-BF62-235D2B4B8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08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4058-AF44-3568-ADEF-0254B97BB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444257"/>
            <a:ext cx="9909026" cy="2971801"/>
          </a:xfrm>
        </p:spPr>
        <p:txBody>
          <a:bodyPr>
            <a:normAutofit fontScale="90000"/>
          </a:bodyPr>
          <a:lstStyle/>
          <a:p>
            <a:r>
              <a:rPr lang="en-US" sz="4000" i="0" dirty="0">
                <a:latin typeface="Arial Black" panose="020B0A04020102020204" pitchFamily="34" charset="0"/>
                <a:cs typeface="Arial" panose="020B0604020202020204" pitchFamily="34" charset="0"/>
              </a:rPr>
              <a:t>CS 3300-00X: INTRODUCTION TO SOFTWARE ENGINEERING</a:t>
            </a:r>
            <a:b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3100" i="0" dirty="0">
                <a:latin typeface="Arial Black" panose="020B0A04020102020204" pitchFamily="34" charset="0"/>
                <a:cs typeface="Arial" panose="020B0604020202020204" pitchFamily="34" charset="0"/>
              </a:rPr>
              <a:t>Final project presentation</a:t>
            </a:r>
            <a:br>
              <a:rPr lang="en-US" sz="3100" i="0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3100" i="0" dirty="0">
                <a:latin typeface="Arial Black" panose="020B0A04020102020204" pitchFamily="34" charset="0"/>
                <a:cs typeface="Arial" panose="020B0604020202020204" pitchFamily="34" charset="0"/>
              </a:rPr>
              <a:t>&lt;Project title&gt;</a:t>
            </a:r>
            <a:br>
              <a:rPr lang="en-US" sz="3100" i="0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3100" dirty="0">
                <a:latin typeface="Arial Black" panose="020B0A04020102020204" pitchFamily="34" charset="0"/>
                <a:cs typeface="Arial" panose="020B0604020202020204" pitchFamily="34" charset="0"/>
              </a:rPr>
              <a:t>&lt;Date&gt;</a:t>
            </a:r>
            <a:endParaRPr lang="en-US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439BB-10A1-B7BE-61AB-807B1FC10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4430469"/>
            <a:ext cx="7114067" cy="194733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 Black" panose="020B0A04020102020204" pitchFamily="34" charset="0"/>
              </a:rPr>
              <a:t>DEPARTMENT OF COMPUTER SCIENCE</a:t>
            </a:r>
          </a:p>
          <a:p>
            <a:r>
              <a:rPr lang="en-US" sz="1800" dirty="0">
                <a:solidFill>
                  <a:schemeClr val="tx1"/>
                </a:solidFill>
                <a:latin typeface="Arial Black" panose="020B0A04020102020204" pitchFamily="34" charset="0"/>
              </a:rPr>
              <a:t>UNIVERSITY OF COLORADO at COLORADO SPRINGS</a:t>
            </a:r>
          </a:p>
          <a:p>
            <a:r>
              <a:rPr lang="en-US" sz="1800" dirty="0">
                <a:solidFill>
                  <a:schemeClr val="tx1"/>
                </a:solidFill>
                <a:latin typeface="Arial Black" panose="020B0A04020102020204" pitchFamily="34" charset="0"/>
              </a:rPr>
              <a:t>FALL 2024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3E0F24-FFDC-64BF-AC5B-6C22D75C3569}"/>
              </a:ext>
            </a:extLst>
          </p:cNvPr>
          <p:cNvCxnSpPr/>
          <p:nvPr/>
        </p:nvCxnSpPr>
        <p:spPr>
          <a:xfrm>
            <a:off x="684211" y="3899140"/>
            <a:ext cx="7114067" cy="0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15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Team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900713" y="1912076"/>
            <a:ext cx="10110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Team Members and Roles (task distribution: stakeholder, end user, scrum master, developer, tech editor, privacy monitor, ethics monitor, etc.)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Each member of the team must be actively engaged in the project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ctr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6685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243640" y="2015857"/>
            <a:ext cx="1011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Project Title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Project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CB12B-7177-C924-58E5-E1183EED6E44}"/>
              </a:ext>
            </a:extLst>
          </p:cNvPr>
          <p:cNvSpPr txBox="1"/>
          <p:nvPr/>
        </p:nvSpPr>
        <p:spPr>
          <a:xfrm>
            <a:off x="603850" y="5125797"/>
            <a:ext cx="10978145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Remember you are sharing your idea with the rest of your Software Engineering Team</a:t>
            </a:r>
          </a:p>
          <a:p>
            <a:pPr algn="ctr"/>
            <a:r>
              <a:rPr lang="en-US" dirty="0">
                <a:latin typeface="Arial Black" panose="020B0A04020102020204" pitchFamily="34" charset="0"/>
              </a:rPr>
              <a:t>Can you communicate in a technical forum?</a:t>
            </a:r>
          </a:p>
          <a:p>
            <a:pPr algn="ctr"/>
            <a:r>
              <a:rPr lang="en-US" dirty="0">
                <a:latin typeface="Arial Black" panose="020B0A04020102020204" pitchFamily="34" charset="0"/>
              </a:rPr>
              <a:t>Can you work as a team member?</a:t>
            </a:r>
          </a:p>
        </p:txBody>
      </p:sp>
    </p:spTree>
    <p:extLst>
      <p:ext uri="{BB962C8B-B14F-4D97-AF65-F5344CB8AC3E}">
        <p14:creationId xmlns:p14="http://schemas.microsoft.com/office/powerpoint/2010/main" val="12003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Problem statement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243640" y="1770407"/>
            <a:ext cx="1011016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Project problem statement</a:t>
            </a:r>
            <a:endParaRPr lang="en-GB" sz="2000" dirty="0">
              <a:latin typeface="Arial Black" panose="020B0A04020102020204" pitchFamily="34" charset="0"/>
            </a:endParaRPr>
          </a:p>
          <a:p>
            <a:endParaRPr lang="en-GB" sz="2000" dirty="0">
              <a:latin typeface="Arial Black" panose="020B0A04020102020204" pitchFamily="34" charset="0"/>
            </a:endParaRPr>
          </a:p>
          <a:p>
            <a:pPr>
              <a:spcAft>
                <a:spcPts val="600"/>
              </a:spcAft>
            </a:pPr>
            <a:endParaRPr lang="en-US" sz="1400" dirty="0">
              <a:effectLst/>
              <a:latin typeface="Arial Black" panose="020B0A040201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5A878F-61B0-372A-2823-40BE1D643916}"/>
              </a:ext>
            </a:extLst>
          </p:cNvPr>
          <p:cNvSpPr txBox="1"/>
          <p:nvPr/>
        </p:nvSpPr>
        <p:spPr>
          <a:xfrm>
            <a:off x="603850" y="5125797"/>
            <a:ext cx="109781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Remember apply your software engineering knowledge </a:t>
            </a:r>
          </a:p>
        </p:txBody>
      </p:sp>
    </p:spTree>
    <p:extLst>
      <p:ext uri="{BB962C8B-B14F-4D97-AF65-F5344CB8AC3E}">
        <p14:creationId xmlns:p14="http://schemas.microsoft.com/office/powerpoint/2010/main" val="953061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schedule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5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686556" y="2024270"/>
            <a:ext cx="10667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your planned vs actual project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</a:t>
            </a:r>
          </a:p>
        </p:txBody>
      </p:sp>
    </p:spTree>
    <p:extLst>
      <p:ext uri="{BB962C8B-B14F-4D97-AF65-F5344CB8AC3E}">
        <p14:creationId xmlns:p14="http://schemas.microsoft.com/office/powerpoint/2010/main" val="106517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requirements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6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686556" y="2024270"/>
            <a:ext cx="10667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the project requirements spreadsheet  (most likely as an external document)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259072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configuration management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7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037843" y="2010443"/>
            <a:ext cx="101101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>
                <a:latin typeface="Arial Black" panose="020B0A04020102020204" pitchFamily="34" charset="0"/>
              </a:rPr>
              <a:t>Provide your projects configuration management activities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GB" sz="20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122724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software development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3499079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8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040920" y="2021987"/>
            <a:ext cx="1011016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Which software language are you programming in?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Are you using COTS?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>
                <a:latin typeface="Arial Black" panose="020B0A04020102020204" pitchFamily="34" charset="0"/>
              </a:rPr>
              <a:t>Are there licensing concerns associated with your code?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>
                <a:latin typeface="Arial Black" panose="020B0A04020102020204" pitchFamily="34" charset="0"/>
              </a:rPr>
              <a:t>Can code comments be directly feed into documentation?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400216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Software engineering principles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9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243640" y="2015857"/>
            <a:ext cx="1011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Identify which software engineering principles you used and why?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222386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Software engineering Tools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10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243640" y="2015857"/>
            <a:ext cx="1011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Identify which software engineering tools did you use?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338947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architecture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11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900713" y="2002977"/>
            <a:ext cx="1011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high-level project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</a:t>
            </a:r>
          </a:p>
        </p:txBody>
      </p:sp>
    </p:spTree>
    <p:extLst>
      <p:ext uri="{BB962C8B-B14F-4D97-AF65-F5344CB8AC3E}">
        <p14:creationId xmlns:p14="http://schemas.microsoft.com/office/powerpoint/2010/main" val="131385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12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900713" y="2002977"/>
            <a:ext cx="1011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high-level project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3100900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model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13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900713" y="2002977"/>
            <a:ext cx="1011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at least one perspective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2815367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Execution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14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900713" y="2002977"/>
            <a:ext cx="1011016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your code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Does your code execute?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Does it meet the requirements?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724141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Ethics observation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15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243640" y="1969187"/>
            <a:ext cx="1011016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How did you avoid ethical pitfalls in the project?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Not all members were gainfully committed to the project, or someone was out sick, or there was a snow storm.  How did you handle this?</a:t>
            </a:r>
            <a:endParaRPr lang="en-GB" sz="2000" dirty="0">
              <a:latin typeface="Arial Black" panose="020B0A04020102020204" pitchFamily="34" charset="0"/>
            </a:endParaRPr>
          </a:p>
          <a:p>
            <a:endParaRPr lang="en-GB" sz="2000" dirty="0">
              <a:latin typeface="Arial Black" panose="020B0A04020102020204" pitchFamily="34" charset="0"/>
            </a:endParaRPr>
          </a:p>
          <a:p>
            <a:pPr>
              <a:spcAft>
                <a:spcPts val="600"/>
              </a:spcAft>
            </a:pPr>
            <a:endParaRPr lang="en-US" sz="1400" dirty="0">
              <a:effectLst/>
              <a:latin typeface="Arial Black" panose="020B0A040201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</a:t>
            </a:r>
          </a:p>
        </p:txBody>
      </p:sp>
    </p:spTree>
    <p:extLst>
      <p:ext uri="{BB962C8B-B14F-4D97-AF65-F5344CB8AC3E}">
        <p14:creationId xmlns:p14="http://schemas.microsoft.com/office/powerpoint/2010/main" val="32323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documentation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75438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16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900713" y="2002977"/>
            <a:ext cx="1011016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What project documentation are you delivering?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Was this what you had planned?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Present your documentation.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</a:t>
            </a:r>
          </a:p>
        </p:txBody>
      </p:sp>
    </p:spTree>
    <p:extLst>
      <p:ext uri="{BB962C8B-B14F-4D97-AF65-F5344CB8AC3E}">
        <p14:creationId xmlns:p14="http://schemas.microsoft.com/office/powerpoint/2010/main" val="2225956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B1C-A4EB-D892-160D-CAB51531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953"/>
            <a:ext cx="10515600" cy="99784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Project completion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D9331-296C-9478-7024-66F9EE2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555" y="6248400"/>
            <a:ext cx="3550594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&lt;Footer presentation date&gt;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B83-1A5F-6C30-94C2-06CE227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751" y="6207353"/>
            <a:ext cx="1142245" cy="365125"/>
          </a:xfrm>
        </p:spPr>
        <p:txBody>
          <a:bodyPr/>
          <a:lstStyle/>
          <a:p>
            <a:fld id="{D0E66D94-27E6-4669-BF62-235D2B4B8075}" type="slidenum">
              <a:rPr lang="en-US" sz="1600" smtClean="0">
                <a:solidFill>
                  <a:schemeClr val="tx1"/>
                </a:solidFill>
                <a:latin typeface="Arial Black" panose="020B0A04020102020204" pitchFamily="34" charset="0"/>
              </a:rPr>
              <a:t>17</a:t>
            </a:fld>
            <a:endParaRPr 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0FDA-AFF3-AC67-CBEB-19B5BA1D3ECA}"/>
              </a:ext>
            </a:extLst>
          </p:cNvPr>
          <p:cNvSpPr txBox="1"/>
          <p:nvPr/>
        </p:nvSpPr>
        <p:spPr>
          <a:xfrm>
            <a:off x="1040920" y="2021987"/>
            <a:ext cx="1011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Define the project’s finished state.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Is there a future for your project?</a:t>
            </a:r>
            <a:endParaRPr lang="en-GB" sz="20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BD11-87BD-9549-1953-461AED3FEBC1}"/>
              </a:ext>
            </a:extLst>
          </p:cNvPr>
          <p:cNvSpPr txBox="1"/>
          <p:nvPr/>
        </p:nvSpPr>
        <p:spPr>
          <a:xfrm>
            <a:off x="603850" y="378347"/>
            <a:ext cx="1097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UCCS CS 3300 FALL 2024:  Final Presentation					    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1C68F-327A-2CAC-6DD3-20CB25787F93}"/>
              </a:ext>
            </a:extLst>
          </p:cNvPr>
          <p:cNvSpPr txBox="1"/>
          <p:nvPr/>
        </p:nvSpPr>
        <p:spPr>
          <a:xfrm>
            <a:off x="1197735" y="4997007"/>
            <a:ext cx="9736428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 Black" panose="020B0A04020102020204" pitchFamily="34" charset="0"/>
              </a:rPr>
              <a:t>You have 30 minutes to discuss your project</a:t>
            </a:r>
          </a:p>
        </p:txBody>
      </p:sp>
    </p:spTree>
    <p:extLst>
      <p:ext uri="{BB962C8B-B14F-4D97-AF65-F5344CB8AC3E}">
        <p14:creationId xmlns:p14="http://schemas.microsoft.com/office/powerpoint/2010/main" val="120211092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3711</TotalTime>
  <Words>599</Words>
  <Application>Microsoft Office PowerPoint</Application>
  <PresentationFormat>Widescreen</PresentationFormat>
  <Paragraphs>108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 Black</vt:lpstr>
      <vt:lpstr>Century Gothic</vt:lpstr>
      <vt:lpstr>Wingdings</vt:lpstr>
      <vt:lpstr>Wingdings 3</vt:lpstr>
      <vt:lpstr>Slice</vt:lpstr>
      <vt:lpstr>CS 3300-00X: INTRODUCTION TO SOFTWARE ENGINEERING  Final project presentation &lt;Project title&gt; &lt;Date&gt;</vt:lpstr>
      <vt:lpstr>Team</vt:lpstr>
      <vt:lpstr>Project introduction</vt:lpstr>
      <vt:lpstr>Problem statement</vt:lpstr>
      <vt:lpstr>Project schedule</vt:lpstr>
      <vt:lpstr>Project requirements</vt:lpstr>
      <vt:lpstr>Project configuration management</vt:lpstr>
      <vt:lpstr>Project software development</vt:lpstr>
      <vt:lpstr>Software engineering principles</vt:lpstr>
      <vt:lpstr>Software engineering Tools</vt:lpstr>
      <vt:lpstr>Project architecture</vt:lpstr>
      <vt:lpstr>Project design</vt:lpstr>
      <vt:lpstr>Project model</vt:lpstr>
      <vt:lpstr>Project Execution</vt:lpstr>
      <vt:lpstr>Ethics observation</vt:lpstr>
      <vt:lpstr>Project documentation</vt:lpstr>
      <vt:lpstr>Project completion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Michelangelo Stempeck</dc:creator>
  <cp:lastModifiedBy>Michelangelo Stempeck</cp:lastModifiedBy>
  <cp:revision>208</cp:revision>
  <dcterms:created xsi:type="dcterms:W3CDTF">2024-08-20T02:58:16Z</dcterms:created>
  <dcterms:modified xsi:type="dcterms:W3CDTF">2024-10-10T20:30:46Z</dcterms:modified>
</cp:coreProperties>
</file>